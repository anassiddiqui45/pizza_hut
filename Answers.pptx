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2F2A-4EE5-7F69-59B6-28DECBA9A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62713-62CC-DACA-BEB1-B42B50640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439D9-DF55-68D5-B419-6A867660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5436-7CA1-D244-6DC5-D3567960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3B9F9-1246-AE85-1F65-B4D0BB26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30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9161-AB9B-254F-CC02-5C0519B0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0474-97F7-0170-5B90-26EDAB546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886AC-5FFB-B946-86E2-7F642C60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0AD9A-66D1-4E86-83BC-6CE5D600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EC83B-122B-A383-D71C-8519D9BC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89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06CF-2343-1CFB-C008-7CBA1CD7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0D119-8F5F-49D8-7DE1-4A33B0B4F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96BF7-AA19-AA23-399D-A15ECAB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7E54-1F75-B36F-FA28-91121A18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BD29F-8FE6-9986-BCBD-6B7D13F0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6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20C3-3EF6-461D-D6EA-2A799530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A5472-E13B-4A4C-6FB1-258033AF7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459EA-D57A-C9AC-82C8-A2D1F7021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201A7-CD28-B907-FF5F-D48225B4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E166E-1141-6455-DFD3-244BAF38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2790C-CD54-6FF2-A83C-1C7A998A2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19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D880-87FC-246A-0621-F6EA39976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1C2E6-77E1-2F75-36DF-8C712682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95CF7-266B-0507-B1AE-60D543306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24295-3E1F-D95C-0AF4-BB63AC8D0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A60D3-C19D-C666-6239-48A192CDC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75B4F-CF96-D03B-9F92-A3529CEB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90DED-3448-397F-3896-708E878A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D243C-678A-59D1-E750-65CC68B0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08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BB99-FE17-5513-6D13-E07A5CCA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D54EB-D688-71F3-ECA3-D6F8C790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C4222-F014-D3C3-960D-78941CC9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48B90-2453-1FD5-D71D-EE3AB103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6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2A88E-150A-723D-1155-02B586F4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22734-BC06-5EA8-81E0-9D5AAA8D6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EB949-3B3B-0377-E00D-478ECA6B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1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3D72-4015-2DEE-4FCD-86BF3165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6BB5-3D80-F5CA-1E2B-8BAB97820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3CEBD-F7C6-7B5E-E44B-1643FAA02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BFC2B-184F-9829-76D8-60843CA9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C324A-900D-0D04-486D-FCE1373B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5DD3F-98E4-74C7-70BB-ED7F67CA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48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6B95-C4E0-4356-0916-9F7EB158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819A1-C09F-048F-42BF-E3C8910D4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332F1-9DC2-32C6-3E92-8FDA72B8E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139F1-2F7C-6167-90C7-8407F64C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CC9BA-44AE-4A6D-4A64-CF2A20F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1C07F-F279-F343-B9CB-51D683F5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15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CF01-416A-5989-14AF-38DA98E9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7B10F-8328-F59F-71D7-178E5F1FB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9B582-1AB7-9E72-5F35-D0DBB95F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DA62F-411F-5689-570B-EF61BAF4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39FF1-57F8-37A5-C082-CD9CCEE3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12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1F45A-DD85-3F05-47FD-B2C6174B0C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C7960-9FF6-3FCD-F09F-D211FDA2F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2A069-431E-70B8-B535-C3AA6C06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7F9A0-F8F0-C078-16C5-C3963871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4645-8EDD-F39B-3970-686687C0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0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2976D-B984-68C6-D5DB-5FB2BADE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39694-8BF7-FD08-14D4-742355DC4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027E8-BBC0-501A-860E-1514CFCD9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A9DD8-478C-431B-9E5F-C3E70BAFFA6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A1F0B-744B-698A-FD30-07CDA1DB5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6ABB-A122-3032-2EFC-9EDBE5324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4C558-E605-4786-8F7F-4C95B2A9F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4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E34E4-5A20-C8DF-F504-81BBB1F52ADF}"/>
              </a:ext>
            </a:extLst>
          </p:cNvPr>
          <p:cNvSpPr txBox="1"/>
          <p:nvPr/>
        </p:nvSpPr>
        <p:spPr>
          <a:xfrm>
            <a:off x="2939970" y="462987"/>
            <a:ext cx="5048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1. Retrieve the total number of orders placed.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EC5ED-6E17-9603-E214-055ED0A0E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35" y="1203767"/>
            <a:ext cx="10475090" cy="506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1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A53435-AB8C-9580-F805-BC0C755D3235}"/>
              </a:ext>
            </a:extLst>
          </p:cNvPr>
          <p:cNvSpPr txBox="1"/>
          <p:nvPr/>
        </p:nvSpPr>
        <p:spPr>
          <a:xfrm>
            <a:off x="2094272" y="560438"/>
            <a:ext cx="682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2. Calculate the total revenue generated from pizza sales.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879E7-27A2-CF43-5AC3-4CAF520CC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89" y="1284790"/>
            <a:ext cx="10590836" cy="521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9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FDD1A-F613-414D-B202-A942F92279B5}"/>
              </a:ext>
            </a:extLst>
          </p:cNvPr>
          <p:cNvSpPr txBox="1"/>
          <p:nvPr/>
        </p:nvSpPr>
        <p:spPr>
          <a:xfrm>
            <a:off x="3310359" y="405113"/>
            <a:ext cx="4352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3. Identify the highest-priced pizza.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4176C-41AD-DFBB-CE65-5109E569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90" y="805223"/>
            <a:ext cx="10394066" cy="537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1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115CE6-BBEB-C925-D3D3-F252F7723B29}"/>
              </a:ext>
            </a:extLst>
          </p:cNvPr>
          <p:cNvSpPr txBox="1"/>
          <p:nvPr/>
        </p:nvSpPr>
        <p:spPr>
          <a:xfrm>
            <a:off x="3185932" y="304147"/>
            <a:ext cx="6094070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Identify the most common pizza size ordered.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4D15F-A457-067F-1D77-370F00DED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6" y="1226915"/>
            <a:ext cx="10625560" cy="532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6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DC8730-33DD-B8CC-7BCB-1EE374ABF701}"/>
              </a:ext>
            </a:extLst>
          </p:cNvPr>
          <p:cNvSpPr txBox="1"/>
          <p:nvPr/>
        </p:nvSpPr>
        <p:spPr>
          <a:xfrm>
            <a:off x="2398853" y="271713"/>
            <a:ext cx="7914189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 List the top 5 most ordered pizza types along with their quantities.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C7165-7C1B-4349-28C4-540AC962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08" y="897330"/>
            <a:ext cx="10637134" cy="559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1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86A6B-564E-6EE4-3B51-5ED508E286E2}"/>
              </a:ext>
            </a:extLst>
          </p:cNvPr>
          <p:cNvSpPr txBox="1"/>
          <p:nvPr/>
        </p:nvSpPr>
        <p:spPr>
          <a:xfrm>
            <a:off x="1551008" y="364311"/>
            <a:ext cx="865786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Join the necessary tables to find the total quantity of each pizza category ordered.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60D1A-6D12-FFFA-343B-AF0C95CC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29" y="1215342"/>
            <a:ext cx="10081550" cy="529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6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1B7E56-1E01-988A-B639-A34514F35CEE}"/>
              </a:ext>
            </a:extLst>
          </p:cNvPr>
          <p:cNvSpPr txBox="1"/>
          <p:nvPr/>
        </p:nvSpPr>
        <p:spPr>
          <a:xfrm>
            <a:off x="2549325" y="350447"/>
            <a:ext cx="609407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7. Determine the distribution of orders by hour of the day.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BF692-6858-DADA-F9F6-6660F87F9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52" y="725999"/>
            <a:ext cx="10637135" cy="51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8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9C3C5-62B8-AACF-05D2-F74F8DBDA112}"/>
              </a:ext>
            </a:extLst>
          </p:cNvPr>
          <p:cNvSpPr txBox="1"/>
          <p:nvPr/>
        </p:nvSpPr>
        <p:spPr>
          <a:xfrm>
            <a:off x="2653497" y="190690"/>
            <a:ext cx="694191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8. Join relevant tables to find the category-wise distribution of pizzas.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7E747-1171-C858-BD52-515AF885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38" y="1041722"/>
            <a:ext cx="10822329" cy="52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6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E6E01E-7EAA-B647-D6B1-206FC8C75BBD}"/>
              </a:ext>
            </a:extLst>
          </p:cNvPr>
          <p:cNvSpPr txBox="1"/>
          <p:nvPr/>
        </p:nvSpPr>
        <p:spPr>
          <a:xfrm>
            <a:off x="2641922" y="121242"/>
            <a:ext cx="609407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9. Group the orders by date and calculate the average number of pizzas ordered per day.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905EF-B4F1-C58A-EFE3-304199050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54" y="891251"/>
            <a:ext cx="10336193" cy="532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0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A9D78-1580-1E5F-38D9-97B98C075D3F}"/>
              </a:ext>
            </a:extLst>
          </p:cNvPr>
          <p:cNvSpPr txBox="1"/>
          <p:nvPr/>
        </p:nvSpPr>
        <p:spPr>
          <a:xfrm>
            <a:off x="2340979" y="236989"/>
            <a:ext cx="686089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10. Determine the top 3 most ordered pizza types based on revenue.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C56A8-7F77-21B5-88DF-EDFC4D57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13" y="891251"/>
            <a:ext cx="10822330" cy="53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0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012042-5DD6-FD16-6BAA-F61215D70ACD}"/>
              </a:ext>
            </a:extLst>
          </p:cNvPr>
          <p:cNvSpPr txBox="1"/>
          <p:nvPr/>
        </p:nvSpPr>
        <p:spPr>
          <a:xfrm>
            <a:off x="1956123" y="236989"/>
            <a:ext cx="77203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11. Calculate the percentage contribution of each pizza type to total revenue.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75AC7-DF91-3B23-78E0-9DD33103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50" y="1336250"/>
            <a:ext cx="10696100" cy="474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7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8C5078-527E-AC67-11A0-134EEB831211}"/>
              </a:ext>
            </a:extLst>
          </p:cNvPr>
          <p:cNvSpPr txBox="1"/>
          <p:nvPr/>
        </p:nvSpPr>
        <p:spPr>
          <a:xfrm>
            <a:off x="2653496" y="234699"/>
            <a:ext cx="609407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12.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Analyze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cumulative revenue generated over time.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5C63B-2DE6-5122-386D-4F2DA6B50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78" y="937549"/>
            <a:ext cx="10613985" cy="504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84CBD-C700-2938-77EF-DCB1BFB58B6F}"/>
              </a:ext>
            </a:extLst>
          </p:cNvPr>
          <p:cNvSpPr txBox="1"/>
          <p:nvPr/>
        </p:nvSpPr>
        <p:spPr>
          <a:xfrm>
            <a:off x="2083443" y="306437"/>
            <a:ext cx="7234177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13. Determine the top 3 most ordered pizza types based on revenue for each pizza category.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862C4-2419-4CD6-0204-1ACAA12D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85" y="1296365"/>
            <a:ext cx="10822330" cy="45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2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170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Siddiqui</dc:creator>
  <cp:lastModifiedBy>Anas Siddiqui</cp:lastModifiedBy>
  <cp:revision>1</cp:revision>
  <dcterms:created xsi:type="dcterms:W3CDTF">2025-11-30T10:08:29Z</dcterms:created>
  <dcterms:modified xsi:type="dcterms:W3CDTF">2025-11-30T10:47:02Z</dcterms:modified>
</cp:coreProperties>
</file>